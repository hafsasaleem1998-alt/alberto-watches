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SemiBold" panose="020B0604020202020204" charset="0"/>
      <p:regular r:id="rId14"/>
    </p:embeddedFont>
    <p:embeddedFont>
      <p:font typeface="Libre Bodoni" panose="020B0604020202020204" charset="0"/>
      <p:regular r:id="rId15"/>
    </p:embeddedFont>
    <p:embeddedFont>
      <p:font typeface="Playfair Display" panose="00000500000000000000" pitchFamily="2" charset="0"/>
      <p:regular r:id="rId16"/>
    </p:embeddedFont>
    <p:embeddedFont>
      <p:font typeface="Quattrocento" panose="02020502030000000404" pitchFamily="18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68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5176" y="1905000"/>
            <a:ext cx="5460863" cy="3022600"/>
          </a:xfrm>
          <a:prstGeom prst="rect">
            <a:avLst/>
          </a:prstGeom>
          <a:solidFill>
            <a:srgbClr val="111214"/>
          </a:solidFill>
          <a:ln/>
        </p:spPr>
      </p:sp>
      <p:sp>
        <p:nvSpPr>
          <p:cNvPr id="3" name="Text 1"/>
          <p:cNvSpPr/>
          <p:nvPr/>
        </p:nvSpPr>
        <p:spPr>
          <a:xfrm>
            <a:off x="1371566" y="2260600"/>
            <a:ext cx="525766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TIMEPIECE FOR EVERY SELF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566" y="2532063"/>
            <a:ext cx="4648084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kern="0" spc="-24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Alberto Watch Company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566" y="4110633"/>
            <a:ext cx="1162021" cy="38100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371566" y="4388445"/>
            <a:ext cx="525766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Time, worn personally.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693132" y="812800"/>
            <a:ext cx="888978" cy="4699000"/>
          </a:xfrm>
          <a:prstGeom prst="rect">
            <a:avLst/>
          </a:prstGeom>
          <a:solidFill>
            <a:srgbClr val="111214"/>
          </a:solidFill>
          <a:ln/>
        </p:spPr>
      </p:sp>
      <p:sp>
        <p:nvSpPr>
          <p:cNvPr id="8" name="Shape 6"/>
          <p:cNvSpPr/>
          <p:nvPr/>
        </p:nvSpPr>
        <p:spPr>
          <a:xfrm>
            <a:off x="10693132" y="812800"/>
            <a:ext cx="19050" cy="46990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813779" y="4951214"/>
            <a:ext cx="666733" cy="382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22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ALBERTO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22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31800"/>
            <a:ext cx="44702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HOUSE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703263"/>
            <a:ext cx="406389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 We Are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0" y="1169591"/>
            <a:ext cx="4063898" cy="5256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0065" y="2536527"/>
            <a:ext cx="6248244" cy="1784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Alberto Watch Company is a premium watch brand for people who see timepieces as part of personal style.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Curated collections bring together elegance, everyday wearability, and modern functionality.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point of view is refined, versatile, and made for different personalities.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870328" y="0"/>
            <a:ext cx="12700" cy="68580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71880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BELIEF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03263"/>
            <a:ext cx="7188020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000" kern="0" spc="-90" dirty="0">
                <a:solidFill>
                  <a:srgbClr val="C9A22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A watch is part of who you are.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33387" y="5587702"/>
            <a:ext cx="7188020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Alberto Watch Company began with a simple belief: a watch is more than a device for telling time. It becomes part of your style, personality, and everyday identity.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1000"/>
            <a:ext cx="117345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ALBERTO POINT OF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652463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Vision and Values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31516"/>
            <a:ext cx="1173450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Beautifully considered timepieces that feel personal, useful, and lasting.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189" y="1849140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9A227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119015"/>
            <a:ext cx="22553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189" y="2390477"/>
            <a:ext cx="2026790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Elegance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189" y="2905026"/>
            <a:ext cx="2026790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confidence in every proportion.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941167" y="2119015"/>
            <a:ext cx="20268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41167" y="2390477"/>
            <a:ext cx="1798295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Quality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941167" y="2905026"/>
            <a:ext cx="1798295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Craftsmanship made to be lived with.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96650" y="2119015"/>
            <a:ext cx="20268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96650" y="2390477"/>
            <a:ext cx="1798295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Innovation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196650" y="2905026"/>
            <a:ext cx="1798295" cy="111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usefulness, thoughtfully integrated.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52134" y="2119015"/>
            <a:ext cx="20268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2134" y="2390477"/>
            <a:ext cx="1798295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Timeless style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452134" y="3267174"/>
            <a:ext cx="1798295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that outlasts a moment.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707617" y="2119015"/>
            <a:ext cx="20268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07617" y="2390477"/>
            <a:ext cx="2026889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Satisfaction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707617" y="2905026"/>
            <a:ext cx="2026889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considered experience, from choice to wear.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2706223" y="2119015"/>
            <a:ext cx="12700" cy="1904008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961706" y="2119015"/>
            <a:ext cx="12700" cy="1904008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17190" y="2119015"/>
            <a:ext cx="12700" cy="1904008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472673" y="2119015"/>
            <a:ext cx="12700" cy="1904008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54314" cy="6858000"/>
          </a:xfrm>
          <a:prstGeom prst="rect">
            <a:avLst/>
          </a:prstGeom>
          <a:solidFill>
            <a:srgbClr val="111214"/>
          </a:solidFill>
          <a:ln/>
        </p:spPr>
      </p:sp>
      <p:sp>
        <p:nvSpPr>
          <p:cNvPr id="3" name="Text 1"/>
          <p:cNvSpPr/>
          <p:nvPr/>
        </p:nvSpPr>
        <p:spPr>
          <a:xfrm>
            <a:off x="279393" y="381000"/>
            <a:ext cx="31749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COLLECTION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9393" y="652463"/>
            <a:ext cx="2895528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Everything you need to wear time well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9393" y="5638502"/>
            <a:ext cx="2895528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ways to meet the moment. One standard of considered design.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92493" y="838200"/>
            <a:ext cx="82270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292493" y="1113830"/>
            <a:ext cx="2920927" cy="190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4292493" y="1250950"/>
            <a:ext cx="2920927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Luxury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292493" y="1765498"/>
            <a:ext cx="2920927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watches for sophisticated occasions.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32589" y="838200"/>
            <a:ext cx="86209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32589" y="1113830"/>
            <a:ext cx="2920927" cy="190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432589" y="1250950"/>
            <a:ext cx="2920927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Vintage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432589" y="1765498"/>
            <a:ext cx="2920927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Vintage watches inspired by timeless designs.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292493" y="4038600"/>
            <a:ext cx="86476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292493" y="4314230"/>
            <a:ext cx="2920927" cy="190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292493" y="4451350"/>
            <a:ext cx="2920927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Smart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292493" y="4965898"/>
            <a:ext cx="2920927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watches that combine style with modern digital functionality.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32589" y="4038600"/>
            <a:ext cx="870623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432589" y="4314230"/>
            <a:ext cx="2920927" cy="190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432589" y="4451350"/>
            <a:ext cx="2920927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Everyday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432589" y="4965898"/>
            <a:ext cx="2920927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 options for different styles, preferences, and routines.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457200"/>
            <a:ext cx="38861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EDITORIAL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0990" y="728663"/>
            <a:ext cx="3505112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collections.</a:t>
            </a:r>
            <a:endParaRPr lang="en-US" sz="34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Alberto</a:t>
            </a:r>
            <a:endParaRPr lang="en-US" sz="34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point of view.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0990" y="5562302"/>
            <a:ext cx="3505112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moods, shared commitments: style, functionality, and versatility.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156071" y="825302"/>
            <a:ext cx="362338" cy="362347"/>
          </a:xfrm>
          <a:prstGeom prst="ellipse">
            <a:avLst/>
          </a:prstGeom>
          <a:noFill/>
          <a:ln w="25399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0682" y="908050"/>
            <a:ext cx="82270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715254" y="812800"/>
            <a:ext cx="5587463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Luxury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715254" y="1327348"/>
            <a:ext cx="604465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Polished presence for the moment that matters.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156071" y="2349500"/>
            <a:ext cx="401727" cy="401737"/>
          </a:xfrm>
          <a:prstGeom prst="ellipse">
            <a:avLst/>
          </a:prstGeom>
          <a:noFill/>
          <a:ln w="25399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682" y="2451894"/>
            <a:ext cx="86209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754643" y="2356644"/>
            <a:ext cx="5548074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Vintage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754643" y="2871192"/>
            <a:ext cx="600526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 character, carried forward.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156071" y="3886200"/>
            <a:ext cx="404406" cy="404416"/>
          </a:xfrm>
          <a:prstGeom prst="ellipse">
            <a:avLst/>
          </a:prstGeom>
          <a:noFill/>
          <a:ln w="25399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682" y="3989983"/>
            <a:ext cx="86476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757322" y="3894733"/>
            <a:ext cx="5545396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Smart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757322" y="4409281"/>
            <a:ext cx="600258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Beautifully connected to everyday life.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156071" y="5422900"/>
            <a:ext cx="410259" cy="410270"/>
          </a:xfrm>
          <a:prstGeom prst="ellipse">
            <a:avLst/>
          </a:prstGeom>
          <a:noFill/>
          <a:ln w="25399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682" y="5529560"/>
            <a:ext cx="870623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C9A2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763175" y="5434310"/>
            <a:ext cx="5539542" cy="3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Versatile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763175" y="5948859"/>
            <a:ext cx="5996730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watch, many versions of you.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260743" y="0"/>
            <a:ext cx="12700" cy="68580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98882" y="1885950"/>
            <a:ext cx="7061023" cy="127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98882" y="3422650"/>
            <a:ext cx="7061023" cy="127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98882" y="4959350"/>
            <a:ext cx="7061023" cy="127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01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11214"/>
          </a:solidFill>
          <a:ln/>
        </p:spPr>
      </p:sp>
      <p:sp>
        <p:nvSpPr>
          <p:cNvPr id="4" name="Text 1"/>
          <p:cNvSpPr/>
          <p:nvPr/>
        </p:nvSpPr>
        <p:spPr>
          <a:xfrm>
            <a:off x="7746806" y="431800"/>
            <a:ext cx="44448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COLLECTION 01 · LUXURY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46806" y="703263"/>
            <a:ext cx="4013100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Luxury watches, made for the moment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46806" y="4599285"/>
            <a:ext cx="4013100" cy="111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Premium-looking designs with a polished, sophisticated presence—made for formal occasions, milestones, and evenings that call for quiet confidence.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746806" y="5956995"/>
            <a:ext cx="1003176" cy="38100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7746806" y="6234807"/>
            <a:ext cx="444488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22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Elegance · proportion · finish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08667" y="0"/>
            <a:ext cx="12700" cy="68580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0223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4027" y="2066330"/>
            <a:ext cx="525766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COLLECTION 02 · VINTAGE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934027" y="2337792"/>
            <a:ext cx="4825879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Vintage watches, with a memory of style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934027" y="3483173"/>
            <a:ext cx="48258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4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Inspired by timeless designs and the enduring appeal of classic watchmaking.</a:t>
            </a:r>
            <a:endParaRPr lang="en-US" sz="15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customers drawn to character, heritage, and a sense of story—not nostalgia for its own sake.</a:t>
            </a:r>
            <a:endParaRPr lang="en-US" sz="1550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1182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3611" y="1926530"/>
            <a:ext cx="46480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COLLECTION 03 · SMART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543611" y="2197993"/>
            <a:ext cx="4216295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F9EE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Smart watches, beautifully connected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543611" y="3343374"/>
            <a:ext cx="4216295" cy="158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4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digital functionality without giving up a sense of style.</a:t>
            </a:r>
            <a:endParaRPr lang="en-US" sz="15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technology in a refined, wearable form—made for convenience, movement, and everyday versatility.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105472" y="0"/>
            <a:ext cx="12700" cy="685800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65830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35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ALBERTO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03263"/>
            <a:ext cx="11124922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000" kern="0" spc="-90" dirty="0">
                <a:solidFill>
                  <a:srgbClr val="C9A227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Time, Reimagined.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33387" y="1742380"/>
            <a:ext cx="2781230" cy="38100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2020193"/>
            <a:ext cx="11124922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 and modern sensibilities, brought into one collection. Different personalities can find a watch that feels like their own.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3387" y="6234807"/>
            <a:ext cx="11658308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22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Everyday practicality sits alongside premium design.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472</Words>
  <Application>Microsoft Office PowerPoint</Application>
  <PresentationFormat>Widescreen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Playfair Display</vt:lpstr>
      <vt:lpstr>Arial</vt:lpstr>
      <vt:lpstr>Quattrocento</vt:lpstr>
      <vt:lpstr>Inter</vt:lpstr>
      <vt:lpstr>Inter SemiBold</vt:lpstr>
      <vt:lpstr>Libre Bodoni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Burhani Systems</cp:lastModifiedBy>
  <cp:revision>3</cp:revision>
  <dcterms:created xsi:type="dcterms:W3CDTF">2026-09-21T19:35:54Z</dcterms:created>
  <dcterms:modified xsi:type="dcterms:W3CDTF">2026-09-21T20:51:13Z</dcterms:modified>
</cp:coreProperties>
</file>